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1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731520"/>
            <a:ext cx="2560320" cy="0"/>
          </a:xfrm>
          <a:prstGeom prst="line">
            <a:avLst/>
          </a:prstGeom>
          <a:ln w="25400">
            <a:solidFill>
              <a:srgbClr val="FF6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961120" y="6126480"/>
            <a:ext cx="2560320" cy="0"/>
          </a:xfrm>
          <a:prstGeom prst="line">
            <a:avLst/>
          </a:prstGeom>
          <a:ln w="25400">
            <a:solidFill>
              <a:srgbClr val="9646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64BE"/>
                </a:solidFill>
                <a:latin typeface="Aptos Display"/>
              </a:rPr>
              <a:t>LET THE FUN BEGIN!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FFF8FF"/>
                </a:solidFill>
                <a:latin typeface="Aptos Display"/>
              </a:rPr>
              <a:t>FUN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D3C0DC"/>
                </a:solidFill>
                <a:latin typeface="Aptos Display"/>
              </a:rPr>
              <a:t>PLAY • LAUGH • CHALLENGE YOURSELF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3977639"/>
            <a:ext cx="4617720" cy="1051560"/>
          </a:xfrm>
          <a:prstGeom prst="roundRect">
            <a:avLst/>
          </a:prstGeom>
          <a:solidFill>
            <a:srgbClr val="9646DC"/>
          </a:solidFill>
          <a:ln w="25400">
            <a:solidFill>
              <a:srgbClr val="FF6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8FF"/>
                </a:solidFill>
                <a:latin typeface="Aptos Display"/>
              </a:rPr>
              <a:t>₹20 PER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D3C0DC"/>
                </a:solidFill>
                <a:latin typeface="Aptos Display"/>
              </a:rPr>
              <a:t>Choose your game and join the excitement!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8FF"/>
                </a:solidFill>
                <a:latin typeface="Aptos Display"/>
              </a:rPr>
              <a:t>PICK YOUR GAME!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64BE"/>
                </a:solidFill>
                <a:latin typeface="Aptos Display"/>
              </a:rPr>
              <a:t>Every game costs just ₹20 to 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85232" cy="1170432"/>
          </a:xfrm>
          <a:prstGeom prst="roundRect">
            <a:avLst/>
          </a:prstGeom>
          <a:solidFill>
            <a:srgbClr val="251530"/>
          </a:solidFill>
          <a:ln w="22860">
            <a:solidFill>
              <a:srgbClr val="964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8FF"/>
                </a:solidFill>
                <a:latin typeface="Noto Sans Malayalam"/>
              </a:rPr>
              <a:t>1. വട്ടം മൂടാം, വട്ടത്തിലാകാം!</a:t>
            </a:r>
          </a:p>
          <a:p>
            <a:pPr algn="ctr">
              <a:spcBef>
                <a:spcPts val="700"/>
              </a:spcBef>
            </a:pPr>
            <a:r>
              <a:rPr sz="1400" b="1">
                <a:solidFill>
                  <a:srgbClr val="FFD773"/>
                </a:solidFill>
                <a:latin typeface="Aptos"/>
              </a:rPr>
              <a:t>ENTRY FEE  •  ₹20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285232" cy="1170432"/>
          </a:xfrm>
          <a:prstGeom prst="roundRect">
            <a:avLst/>
          </a:prstGeom>
          <a:solidFill>
            <a:srgbClr val="251530"/>
          </a:solidFill>
          <a:ln w="22860">
            <a:solidFill>
              <a:srgbClr val="964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8FF"/>
                </a:solidFill>
                <a:latin typeface="Noto Sans Malayalam"/>
              </a:rPr>
              <a:t>2. കാറ്റല്ല, പേപ്പറാ!</a:t>
            </a:r>
          </a:p>
          <a:p>
            <a:pPr algn="ctr">
              <a:spcBef>
                <a:spcPts val="700"/>
              </a:spcBef>
            </a:pPr>
            <a:r>
              <a:rPr sz="1400" b="1">
                <a:solidFill>
                  <a:srgbClr val="FFD773"/>
                </a:solidFill>
                <a:latin typeface="Aptos"/>
              </a:rPr>
              <a:t>ENTRY FEE  •  ₹20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5285232" cy="1170432"/>
          </a:xfrm>
          <a:prstGeom prst="roundRect">
            <a:avLst/>
          </a:prstGeom>
          <a:solidFill>
            <a:srgbClr val="251530"/>
          </a:solidFill>
          <a:ln w="22860">
            <a:solidFill>
              <a:srgbClr val="964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8FF"/>
                </a:solidFill>
                <a:latin typeface="Noto Sans Malayalam"/>
              </a:rPr>
              <a:t>3. ബലൂൺ പോയാൽ കപ്പ് പോയി!</a:t>
            </a:r>
          </a:p>
          <a:p>
            <a:pPr algn="ctr">
              <a:spcBef>
                <a:spcPts val="700"/>
              </a:spcBef>
            </a:pPr>
            <a:r>
              <a:rPr sz="1400" b="1">
                <a:solidFill>
                  <a:srgbClr val="FFD773"/>
                </a:solidFill>
                <a:latin typeface="Aptos"/>
              </a:rPr>
              <a:t>ENTRY FEE  •  ₹20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108960"/>
            <a:ext cx="5285232" cy="1170432"/>
          </a:xfrm>
          <a:prstGeom prst="roundRect">
            <a:avLst/>
          </a:prstGeom>
          <a:solidFill>
            <a:srgbClr val="251530"/>
          </a:solidFill>
          <a:ln w="22860">
            <a:solidFill>
              <a:srgbClr val="964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8FF"/>
                </a:solidFill>
                <a:latin typeface="Noto Sans Malayalam"/>
              </a:rPr>
              <a:t>4. പൊട്ടുമോ ഇല്ലയോ?</a:t>
            </a:r>
          </a:p>
          <a:p>
            <a:pPr algn="ctr">
              <a:spcBef>
                <a:spcPts val="700"/>
              </a:spcBef>
            </a:pPr>
            <a:r>
              <a:rPr sz="1400" b="1">
                <a:solidFill>
                  <a:srgbClr val="FFD773"/>
                </a:solidFill>
                <a:latin typeface="Aptos"/>
              </a:rPr>
              <a:t>ENTRY FEE  •  ₹20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4617720"/>
            <a:ext cx="5285232" cy="1170432"/>
          </a:xfrm>
          <a:prstGeom prst="roundRect">
            <a:avLst/>
          </a:prstGeom>
          <a:solidFill>
            <a:srgbClr val="251530"/>
          </a:solidFill>
          <a:ln w="22860">
            <a:solidFill>
              <a:srgbClr val="964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900" b="1">
                <a:solidFill>
                  <a:srgbClr val="FFF8FF"/>
                </a:solidFill>
                <a:latin typeface="Noto Sans Malayalam"/>
              </a:rPr>
              <a:t>5. പേനയ്ക്ക് കുപ്പിയോട് പ്രണയം</a:t>
            </a:r>
          </a:p>
          <a:p>
            <a:pPr algn="ctr">
              <a:spcBef>
                <a:spcPts val="700"/>
              </a:spcBef>
            </a:pPr>
            <a:r>
              <a:rPr sz="1400" b="1">
                <a:solidFill>
                  <a:srgbClr val="FFD773"/>
                </a:solidFill>
                <a:latin typeface="Aptos"/>
              </a:rPr>
              <a:t>ENTRY FEE  •  ₹20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400" b="1">
                <a:solidFill>
                  <a:srgbClr val="FFF8FF"/>
                </a:solidFill>
                <a:latin typeface="Aptos Display"/>
              </a:rPr>
              <a:t>REGISTRATION FEES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64BE"/>
                </a:solidFill>
                <a:latin typeface="Aptos Display"/>
              </a:rPr>
              <a:t>More games, more fun!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737360"/>
            <a:ext cx="8366760" cy="3520440"/>
          </a:xfrm>
          <a:prstGeom prst="roundRect">
            <a:avLst/>
          </a:prstGeom>
          <a:solidFill>
            <a:srgbClr val="251530"/>
          </a:solidFill>
          <a:ln w="25400">
            <a:solidFill>
              <a:srgbClr val="964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/>
          <a:lstStyle/>
          <a:p>
            <a:pPr algn="ctr">
              <a:spcAft>
                <a:spcPts val="900"/>
              </a:spcAft>
            </a:pPr>
            <a:r>
              <a:rPr sz="2300" b="1">
                <a:solidFill>
                  <a:srgbClr val="FFF8FF"/>
                </a:solidFill>
                <a:latin typeface="Aptos"/>
              </a:rPr>
              <a:t>1 game  —  ₹20</a:t>
            </a:r>
          </a:p>
          <a:p>
            <a:pPr algn="ctr">
              <a:spcAft>
                <a:spcPts val="900"/>
              </a:spcAft>
            </a:pPr>
            <a:r>
              <a:rPr sz="2300" b="1">
                <a:solidFill>
                  <a:srgbClr val="FFF8FF"/>
                </a:solidFill>
                <a:latin typeface="Aptos"/>
              </a:rPr>
              <a:t>2 games  —  ₹40</a:t>
            </a:r>
          </a:p>
          <a:p>
            <a:pPr algn="ctr">
              <a:spcAft>
                <a:spcPts val="900"/>
              </a:spcAft>
            </a:pPr>
            <a:r>
              <a:rPr sz="2300" b="1">
                <a:solidFill>
                  <a:srgbClr val="FFF8FF"/>
                </a:solidFill>
                <a:latin typeface="Aptos"/>
              </a:rPr>
              <a:t>3 games  —  ₹60</a:t>
            </a:r>
          </a:p>
          <a:p>
            <a:pPr algn="ctr">
              <a:spcAft>
                <a:spcPts val="900"/>
              </a:spcAft>
            </a:pPr>
            <a:r>
              <a:rPr sz="2300" b="1">
                <a:solidFill>
                  <a:srgbClr val="FFF8FF"/>
                </a:solidFill>
                <a:latin typeface="Aptos"/>
              </a:rPr>
              <a:t>4 games  —  ₹80</a:t>
            </a:r>
          </a:p>
          <a:p>
            <a:pPr algn="ctr">
              <a:spcAft>
                <a:spcPts val="900"/>
              </a:spcAft>
            </a:pPr>
            <a:r>
              <a:rPr sz="2500" b="1">
                <a:solidFill>
                  <a:srgbClr val="FFD773"/>
                </a:solidFill>
                <a:latin typeface="Aptos"/>
              </a:rPr>
              <a:t>All 5 games  —  ₹100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D3C0DC"/>
                </a:solidFill>
                <a:latin typeface="Aptos Display"/>
              </a:rPr>
              <a:t>Bring your energy. Enjoy the games. Make memories!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