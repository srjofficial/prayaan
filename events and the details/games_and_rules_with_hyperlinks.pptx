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731520"/>
            <a:ext cx="1097280" cy="109728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1417320"/>
            <a:ext cx="658368" cy="658368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66760" y="2057400"/>
            <a:ext cx="502920" cy="502920"/>
          </a:xfrm>
          <a:prstGeom prst="ellipse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2743200"/>
            <a:ext cx="1005840" cy="100584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3749039"/>
            <a:ext cx="749808" cy="749808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4663440"/>
            <a:ext cx="438912" cy="438912"/>
          </a:xfrm>
          <a:prstGeom prst="ellipse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43000"/>
            <a:ext cx="7406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3100" b="1">
                <a:solidFill>
                  <a:srgbClr val="FFFFFF"/>
                </a:solidFill>
                <a:latin typeface="Noto Sans Malayalam"/>
              </a:defRPr>
            </a:pPr>
            <a:r>
              <a:t>കളികളും അവയുടെ നിയമങ്ങളും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68580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400" b="1">
                <a:solidFill>
                  <a:srgbClr val="FFCA57"/>
                </a:solidFill>
                <a:latin typeface="Aptos"/>
              </a:defRPr>
            </a:pPr>
            <a:r>
              <a:t>GAMES &amp; THEIR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676656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 quick guide to five fun challenges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Play fair • Follow the rules • Have fun!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83480"/>
            <a:ext cx="2286000" cy="502920"/>
          </a:xfrm>
          <a:prstGeom prst="round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5056632"/>
            <a:ext cx="20574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5 GAMES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About the Games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4420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55648"/>
            <a:ext cx="100126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182648"/>
                </a:solidFill>
                <a:latin typeface="Aptos"/>
              </a:defRPr>
            </a:pPr>
            <a:r>
              <a:t>These activities test accuracy, balance, coordination and speed.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146304" cy="841248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07792"/>
            <a:ext cx="594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496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34640"/>
            <a:ext cx="3749039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വട്ടം മൂടാം,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വട്ടത്തിലാകാം!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146304" cy="841248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2907792"/>
            <a:ext cx="594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69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834640"/>
            <a:ext cx="3749039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കാറ്റല്ല,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പേപ്പറാ!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146304" cy="841248"/>
          </a:xfrm>
          <a:prstGeom prst="rect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59352"/>
            <a:ext cx="594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CA5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886200"/>
            <a:ext cx="3749039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ബലൂൺ പോയാൽ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കപ്പ് പോയി!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794760"/>
            <a:ext cx="146304" cy="841248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3959352"/>
            <a:ext cx="594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269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79" y="3886200"/>
            <a:ext cx="3749039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പൊട്ടുമോ ഇല്ലയോ?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46320"/>
            <a:ext cx="5120640" cy="8412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846320"/>
            <a:ext cx="146304" cy="841248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10912"/>
            <a:ext cx="5943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496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4937759"/>
            <a:ext cx="3749039" cy="6583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പേനയ്ക്ക്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182648"/>
                </a:solidFill>
                <a:latin typeface="Noto Sans Malayalam"/>
              </a:defRPr>
            </a:pPr>
            <a:r>
              <a:rPr/>
              <a:t>കുപ്പിയോട് പ്രണയം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44768"/>
            <a:ext cx="106070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646E82"/>
                </a:solidFill>
                <a:latin typeface="Aptos"/>
              </a:defRPr>
            </a:pPr>
            <a:r>
              <a:t>Five games • Clear rules • Fair 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വട്ടം മൂടാം, വട്ടത്തിലാകാം!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Place the red circle on a flat surface.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Give each player 3 black paper pieces.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9059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Use all 3 pieces to cover the red circle completely.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Make sure no part of the red circle is visible.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2763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Use only the 3 black paper pieces to cover the circle.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315468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15010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13639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leave any red part uncovered.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66344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65886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464515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first player to cover the red circle completely wins.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6E82"/>
                </a:solidFill>
                <a:latin typeface="Aptos"/>
              </a:defRPr>
            </a:pPr>
            <a:r>
              <a:t>GAMES • RULES • FAIR 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കാറ്റല്ല, പേപ്പറാ!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5074920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Place the candle on a flat, stable surface.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Give each player one piece of paper.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905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Use the paper to create air and blow out the candle.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blow directly on the candle with your mouth.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417320"/>
            <a:ext cx="109728" cy="5074920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64592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Use only the paper to move the air.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touch the candle or flame.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90905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organizer confirms when the candle is fully out.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first player to blow out the candle using paper wins.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6E82"/>
                </a:solidFill>
                <a:latin typeface="Aptos"/>
              </a:defRPr>
            </a:pPr>
            <a:r>
              <a:t>GAMES • RULES • FAIR 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ബലൂൺ പോയാൽ കപ്പ് പോയി!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Give each player one balloon and a set of plastic cups.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Balance the balloon on one hand.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9059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Use the other hand to arrange the cups in the given order.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let the balloon fall.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touch the balloon with the other hand.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organizer checks that the cups are in the correct order.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909059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first player to arrange all cups correctly without dropping the balloon wins.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If the balloon falls, the attempt ends.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6E82"/>
                </a:solidFill>
                <a:latin typeface="Aptos"/>
              </a:defRPr>
            </a:pPr>
            <a:r>
              <a:t>GAMES • RULES • FAIR 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പൊട്ടുമോ ഇല്ലയോ?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5074920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Give each player one balloon.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Hold the balloon under one arm.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905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Keep the balloon in place while completing the given task.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use your hands to hold or adjust the balloon.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417320"/>
            <a:ext cx="109728" cy="5074920"/>
          </a:xfrm>
          <a:prstGeom prst="rect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64592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2763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If the balloon falls, start the task again.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315468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15010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313639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Keep the balloon in place throughout the task.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66344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65886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4645152"/>
            <a:ext cx="4251960" cy="148132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first player to finish the task without dropping the balloon wins.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6E82"/>
                </a:solidFill>
                <a:latin typeface="Aptos"/>
              </a:defRPr>
            </a:pPr>
            <a:r>
              <a:t>GAMES • RULES • FAIR 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69848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2700" b="1">
                <a:solidFill>
                  <a:srgbClr val="182648"/>
                </a:solidFill>
                <a:latin typeface="Noto Sans Malayalam"/>
              </a:defRPr>
            </a:pPr>
            <a:r>
              <a:t>പേനയ്ക്ക് കുപ്പിയോട് പ്രണയം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51560"/>
            <a:ext cx="1005840" cy="73152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384048"/>
            <a:ext cx="548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700"/>
              </a:spcAft>
              <a:defRPr sz="1300" b="1">
                <a:solidFill>
                  <a:srgbClr val="646E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Hold a pencil under your upper lip using your lips.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Place an empty bottle in front of the player.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09059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Drop the pencil into the bottle without using your hands.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Do not touch the pencil once the game begins.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417320"/>
            <a:ext cx="5349240" cy="5074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417320"/>
            <a:ext cx="109728" cy="507492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645920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64134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162763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Each player gets a limited number of attempts.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2777490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772918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275920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organizer counts only successful drops into the bottle.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3909059"/>
            <a:ext cx="347472" cy="347472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90448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4888" y="389077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first player to drop the pencil into the bottle successfully wins.</a:t>
            </a:r>
          </a:p>
        </p:txBody>
      </p:sp>
      <p:sp>
        <p:nvSpPr>
          <p:cNvPr id="30" name="Oval 29"/>
          <p:cNvSpPr/>
          <p:nvPr/>
        </p:nvSpPr>
        <p:spPr>
          <a:xfrm>
            <a:off x="6629400" y="5040629"/>
            <a:ext cx="347472" cy="347472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5036057"/>
            <a:ext cx="347472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4888" y="5022342"/>
            <a:ext cx="4251960" cy="110413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t>The organizer's decision is final.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646E82"/>
                </a:solidFill>
                <a:latin typeface="Aptos"/>
              </a:defRPr>
            </a:pPr>
            <a:r>
              <a:t>GAMES • RULES • FAIR 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42416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7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331720"/>
            <a:ext cx="987552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FFCA57"/>
                </a:solidFill>
                <a:latin typeface="Aptos"/>
              </a:defRPr>
            </a:pPr>
            <a:r>
              <a:t>Play fair. Stay focused. Have fun!</a:t>
            </a:r>
          </a:p>
        </p:txBody>
      </p:sp>
      <p:sp>
        <p:nvSpPr>
          <p:cNvPr id="4" name="Oval 3"/>
          <p:cNvSpPr/>
          <p:nvPr/>
        </p:nvSpPr>
        <p:spPr>
          <a:xfrm>
            <a:off x="3886200" y="3886200"/>
            <a:ext cx="640080" cy="64008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74920" y="3886200"/>
            <a:ext cx="640080" cy="640080"/>
          </a:xfrm>
          <a:prstGeom prst="ellipse">
            <a:avLst/>
          </a:prstGeom>
          <a:solidFill>
            <a:srgbClr val="F2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263640" y="3886200"/>
            <a:ext cx="640080" cy="640080"/>
          </a:xfrm>
          <a:prstGeom prst="ellipse">
            <a:avLst/>
          </a:prstGeom>
          <a:solidFill>
            <a:srgbClr val="FF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52360" y="3886200"/>
            <a:ext cx="640080" cy="64008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GAMES &amp; THEIR RULES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